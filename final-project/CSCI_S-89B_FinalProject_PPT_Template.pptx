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420" r:id="rId3"/>
    <p:sldId id="421" r:id="rId4"/>
    <p:sldId id="41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3" autoAdjust="0"/>
    <p:restoredTop sz="94660"/>
  </p:normalViewPr>
  <p:slideViewPr>
    <p:cSldViewPr>
      <p:cViewPr varScale="1">
        <p:scale>
          <a:sx n="92" d="100"/>
          <a:sy n="92" d="100"/>
        </p:scale>
        <p:origin x="84" y="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651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18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600" baseline="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647700" y="1219200"/>
            <a:ext cx="7772400" cy="914400"/>
          </a:xfrm>
        </p:spPr>
        <p:txBody>
          <a:bodyPr/>
          <a:lstStyle/>
          <a:p>
            <a:pPr eaLnBrk="1" hangingPunct="1"/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Final Project</a:t>
            </a:r>
            <a:br>
              <a:rPr lang="en-US" altLang="en-US" sz="3200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</a:br>
            <a:r>
              <a:rPr lang="en-US" altLang="en-US" sz="3200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 </a:t>
            </a:r>
            <a:r>
              <a:rPr lang="en-US" altLang="en-US" sz="3200" b="1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Title of Your Project</a:t>
            </a:r>
            <a:b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333500" y="2286000"/>
            <a:ext cx="6400800" cy="449172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Garamond" panose="02020404030301010803" pitchFamily="18" charset="0"/>
              </a:rPr>
              <a:t>Your First Name Last Name</a:t>
            </a:r>
          </a:p>
          <a:p>
            <a:pPr eaLnBrk="1" hangingPunct="1">
              <a:defRPr/>
            </a:pP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@Your Name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28005" y="5038635"/>
            <a:ext cx="5487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CSCI S-89B Introduction to Natural Language Processing</a:t>
            </a:r>
          </a:p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Fall 2025</a:t>
            </a:r>
          </a:p>
          <a:p>
            <a:pPr algn="ctr">
              <a:defRPr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Harvard Extension School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Garamond" panose="02020404030301010803" pitchFamily="18" charset="0"/>
            </a:endParaRPr>
          </a:p>
          <a:p>
            <a:pPr algn="ctr">
              <a:defRPr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F3900-F92E-4439-8E37-E5F7918B6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50" y="2949217"/>
            <a:ext cx="1292899" cy="149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@Your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Methodology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@Your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246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Video Presentation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Video presentation: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@Your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10647</TotalTime>
  <Words>51</Words>
  <Application>Microsoft Office PowerPoint</Application>
  <PresentationFormat>On-screen Show (4:3)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Garamond</vt:lpstr>
      <vt:lpstr>Times New Roman</vt:lpstr>
      <vt:lpstr>Wingdings</vt:lpstr>
      <vt:lpstr>Office Theme</vt:lpstr>
      <vt:lpstr> Final Project  Title of Your Project </vt:lpstr>
      <vt:lpstr>Introduction</vt:lpstr>
      <vt:lpstr>Methodology</vt:lpstr>
      <vt:lpstr>Video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Kurochkin, Dmitry</cp:lastModifiedBy>
  <cp:revision>888</cp:revision>
  <cp:lastPrinted>2012-11-30T20:59:45Z</cp:lastPrinted>
  <dcterms:created xsi:type="dcterms:W3CDTF">2006-08-16T00:00:00Z</dcterms:created>
  <dcterms:modified xsi:type="dcterms:W3CDTF">2025-11-10T02:47:31Z</dcterms:modified>
</cp:coreProperties>
</file>